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55cbf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55cbf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55cbf7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55cbf7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55cbf70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55cbf7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55cbf70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55cbf70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55cbf7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55cbf7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55cbf70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55cbf70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Boarding Pass Advisor - Youcef Benkhedda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An AI-powered travel companion that transforms a boarding pass — image or text — into an instant, grounded airport lounge advisory. No more manual searching across terminals, access levels, and opening hours.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Built with LangGraph · GPT-4o Vision · Curated Lounge Cache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738"/>
              <a:t>The Problem Worth Solving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188">
                <a:solidFill>
                  <a:schemeClr val="dk1"/>
                </a:solidFill>
              </a:rPr>
              <a:t>What travellers face today</a:t>
            </a:r>
            <a:endParaRPr b="1"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188">
                <a:solidFill>
                  <a:schemeClr val="dk1"/>
                </a:solidFill>
              </a:rPr>
              <a:t>Finding the right airport lounge requires cross-referencing terminal location, access eligibility, and current opening hours — across multiple websites, in real time, under time pressure.</a:t>
            </a:r>
            <a:endParaRPr sz="1188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-GB" sz="1188">
                <a:solidFill>
                  <a:schemeClr val="dk1"/>
                </a:solidFill>
              </a:rPr>
              <a:t>Lounges listed without terminal-specific filtering</a:t>
            </a:r>
            <a:endParaRPr sz="1188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-GB" sz="1188">
                <a:solidFill>
                  <a:schemeClr val="dk1"/>
                </a:solidFill>
              </a:rPr>
              <a:t>Access rules vary by card, tier, and airline status</a:t>
            </a:r>
            <a:endParaRPr sz="1188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-GB" sz="1188">
                <a:solidFill>
                  <a:schemeClr val="dk1"/>
                </a:solidFill>
              </a:rPr>
              <a:t>Hours change seasonally; no single source of truth</a:t>
            </a:r>
            <a:endParaRPr sz="1188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-GB" sz="1188">
                <a:solidFill>
                  <a:schemeClr val="dk1"/>
                </a:solidFill>
              </a:rPr>
              <a:t>Many travellers simply give up and wait at the gate</a:t>
            </a:r>
            <a:endParaRPr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188">
                <a:solidFill>
                  <a:schemeClr val="dk1"/>
                </a:solidFill>
              </a:rPr>
              <a:t>Time Lost</a:t>
            </a:r>
            <a:endParaRPr b="1"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188">
                <a:solidFill>
                  <a:schemeClr val="dk1"/>
                </a:solidFill>
              </a:rPr>
              <a:t>Avg. 18 min per journey manually searching lounge eligibility</a:t>
            </a:r>
            <a:endParaRPr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188">
                <a:solidFill>
                  <a:schemeClr val="dk1"/>
                </a:solidFill>
              </a:rPr>
              <a:t>Wrong Terminal</a:t>
            </a:r>
            <a:endParaRPr b="1"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188">
                <a:solidFill>
                  <a:schemeClr val="dk1"/>
                </a:solidFill>
              </a:rPr>
              <a:t>Most aggregators don't filter by departure terminal</a:t>
            </a:r>
            <a:endParaRPr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188">
                <a:solidFill>
                  <a:schemeClr val="dk1"/>
                </a:solidFill>
              </a:rPr>
              <a:t>Access Gaps</a:t>
            </a:r>
            <a:endParaRPr b="1"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188">
                <a:solidFill>
                  <a:schemeClr val="dk1"/>
                </a:solidFill>
              </a:rPr>
              <a:t>Eligibility rules for Priority Pass, Amex, and airline status often go unmatched</a:t>
            </a:r>
            <a:endParaRPr sz="11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93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Demo Scenarios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Full Boarding Pass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BA123 LHR → JFK · T5 · Gate A12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OCR extracts all fields with high confidence. System recommends </a:t>
            </a:r>
            <a:r>
              <a:rPr b="1" lang="en-GB" sz="1100">
                <a:solidFill>
                  <a:schemeClr val="dk1"/>
                </a:solidFill>
              </a:rPr>
              <a:t>BA Galleries First Lounge</a:t>
            </a:r>
            <a:r>
              <a:rPr lang="en-GB" sz="1100">
                <a:solidFill>
                  <a:schemeClr val="dk1"/>
                </a:solidFill>
              </a:rPr>
              <a:t> — same terminal, within access window, citation attached.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Missing Terminal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UA923 LHR · Gate B22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Terminal field absent. Heuristic infers </a:t>
            </a:r>
            <a:r>
              <a:rPr b="1" lang="en-GB" sz="1100">
                <a:solidFill>
                  <a:schemeClr val="dk1"/>
                </a:solidFill>
              </a:rPr>
              <a:t>Terminal 3</a:t>
            </a:r>
            <a:r>
              <a:rPr lang="en-GB" sz="1100">
                <a:solidFill>
                  <a:schemeClr val="dk1"/>
                </a:solidFill>
              </a:rPr>
              <a:t> from Gate B prefix. Inference explicitly disclosed in advisory output — no silent assumptions.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Text Fallback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Image unavailable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User enters boarding pass details as plain text. Pipeline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98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/>
              <a:t>Trade-offs &amp; Guardrails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Deliberate Design Choices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GPT-4o Vision for OCR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Quality and field coverage over cost optimisation — critical for downstream accuracy.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Curated Lounge Cache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Reliability and auditability over live scraping — eliminates stale or malformed data.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Heuristic Ranking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Transparent, explainable logic over opaque ML scoring — essential for enterprise trust.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/>
              <a:t>Trade-offs &amp; Guardrails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Built-in Guardrails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Every advisory claim grounded in extracted boarding pass data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Citations on every lounge recommendation (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lounge_id</a:t>
            </a:r>
            <a:r>
              <a:rPr lang="en-GB" sz="1300">
                <a:solidFill>
                  <a:schemeClr val="dk1"/>
                </a:solidFill>
              </a:rPr>
              <a:t> +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source_url</a:t>
            </a:r>
            <a:r>
              <a:rPr lang="en-GB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All heuristic inferences explicitly disclosed to the user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Low OCR confidence triggers fallback prompt — no hallucinated fields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Zero ungrounded claims as a hard architectural invariant — not a runtime check.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/>
              <a:t>Production Roadmap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API Integration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Connect Priority Pass, LoungeKey, and Collinson Valuedynamx APIs to replace static cache with live inventory.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Personalisation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Add member tier, card portfolio, and preference profiles to tailor lounge ranking per individual traveller.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Eval Framework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Build structured evals for OCR field accuracy and advisory quality; gate deployments on regression thresholds.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Observability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LangSmith tracing for every run; hallucination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